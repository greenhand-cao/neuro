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0" y="59690"/>
            <a:ext cx="928370" cy="2882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bg1"/>
                </a:solidFill>
              </a:rPr>
              <a:t>Neuro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810000" y="59690"/>
            <a:ext cx="6082030" cy="356235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p>
            <a:pPr algn="ctr"/>
            <a:r>
              <a:rPr lang="zh-CN" altLang="en-US">
                <a:solidFill>
                  <a:schemeClr val="bg1"/>
                </a:solidFill>
              </a:rPr>
              <a:t>命令区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700655" y="932180"/>
            <a:ext cx="7191375" cy="5796915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p>
            <a:pPr algn="ctr"/>
            <a:r>
              <a:rPr lang="zh-CN" altLang="en-US">
                <a:solidFill>
                  <a:schemeClr val="bg1"/>
                </a:solidFill>
              </a:rPr>
              <a:t>工作区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93420" y="495935"/>
            <a:ext cx="1877695" cy="6243955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p>
            <a:pPr algn="ctr"/>
            <a:r>
              <a:rPr lang="zh-CN" altLang="en-US">
                <a:solidFill>
                  <a:schemeClr val="bg1"/>
                </a:solidFill>
              </a:rPr>
              <a:t>快速功能区详情</a:t>
            </a:r>
            <a:endParaRPr lang="zh-CN" altLang="en-US">
              <a:solidFill>
                <a:schemeClr val="bg1"/>
              </a:solidFill>
            </a:endParaRPr>
          </a:p>
          <a:p>
            <a:pPr algn="ctr"/>
            <a:r>
              <a:rPr lang="zh-CN" altLang="en-US">
                <a:solidFill>
                  <a:schemeClr val="bg1"/>
                </a:solidFill>
              </a:rPr>
              <a:t>（快速功能区包括文件树</a:t>
            </a:r>
            <a:r>
              <a:rPr lang="en-US" altLang="zh-CN">
                <a:solidFill>
                  <a:schemeClr val="bg1"/>
                </a:solidFill>
              </a:rPr>
              <a:t>/</a:t>
            </a:r>
            <a:r>
              <a:rPr lang="zh-CN" altLang="en-US">
                <a:solidFill>
                  <a:schemeClr val="bg1"/>
                </a:solidFill>
              </a:rPr>
              <a:t>搜索</a:t>
            </a:r>
            <a:r>
              <a:rPr lang="en-US" altLang="zh-CN">
                <a:solidFill>
                  <a:schemeClr val="bg1"/>
                </a:solidFill>
              </a:rPr>
              <a:t>/</a:t>
            </a:r>
            <a:r>
              <a:rPr lang="zh-CN" altLang="en-US">
                <a:solidFill>
                  <a:schemeClr val="bg1"/>
                </a:solidFill>
              </a:rPr>
              <a:t>插件</a:t>
            </a:r>
            <a:r>
              <a:rPr lang="en-US" altLang="zh-CN">
                <a:solidFill>
                  <a:schemeClr val="bg1"/>
                </a:solidFill>
              </a:rPr>
              <a:t>/</a:t>
            </a:r>
            <a:r>
              <a:rPr lang="zh-CN" altLang="en-US">
                <a:solidFill>
                  <a:schemeClr val="bg1"/>
                </a:solidFill>
              </a:rPr>
              <a:t>拓展等）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9055" y="495935"/>
            <a:ext cx="504825" cy="6233795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p>
            <a:pPr algn="ctr"/>
            <a:r>
              <a:rPr lang="zh-CN" altLang="en-US">
                <a:solidFill>
                  <a:schemeClr val="bg1"/>
                </a:solidFill>
              </a:rPr>
              <a:t>快速功能区</a:t>
            </a:r>
            <a:endParaRPr lang="zh-CN" altLang="en-US">
              <a:solidFill>
                <a:schemeClr val="bg1"/>
              </a:solidFill>
            </a:endParaRPr>
          </a:p>
          <a:p>
            <a:pPr algn="ctr"/>
            <a:r>
              <a:rPr lang="en-US" altLang="zh-CN">
                <a:solidFill>
                  <a:schemeClr val="bg1"/>
                </a:solidFill>
              </a:rPr>
              <a:t>……</a:t>
            </a:r>
            <a:endParaRPr lang="zh-CN" altLang="en-US">
              <a:solidFill>
                <a:schemeClr val="bg1"/>
              </a:solidFill>
            </a:endParaRPr>
          </a:p>
          <a:p>
            <a:pPr algn="ctr"/>
            <a:endParaRPr lang="zh-CN" altLang="en-US">
              <a:solidFill>
                <a:schemeClr val="bg1"/>
              </a:solidFill>
            </a:endParaRPr>
          </a:p>
          <a:p>
            <a:pPr algn="ctr"/>
            <a:endParaRPr lang="zh-CN" altLang="en-US">
              <a:solidFill>
                <a:schemeClr val="bg1"/>
              </a:solidFill>
            </a:endParaRPr>
          </a:p>
          <a:p>
            <a:pPr algn="ctr"/>
            <a:endParaRPr lang="zh-CN" altLang="en-US">
              <a:solidFill>
                <a:schemeClr val="bg1"/>
              </a:solidFill>
            </a:endParaRPr>
          </a:p>
          <a:p>
            <a:pPr algn="ctr"/>
            <a:endParaRPr lang="zh-CN" altLang="en-US">
              <a:solidFill>
                <a:schemeClr val="bg1"/>
              </a:solidFill>
            </a:endParaRPr>
          </a:p>
          <a:p>
            <a:pPr algn="ctr"/>
            <a:endParaRPr lang="zh-CN" altLang="en-US">
              <a:solidFill>
                <a:schemeClr val="bg1"/>
              </a:solidFill>
            </a:endParaRPr>
          </a:p>
          <a:p>
            <a:pPr algn="ctr"/>
            <a:endParaRPr lang="zh-CN" altLang="en-US">
              <a:solidFill>
                <a:schemeClr val="bg1"/>
              </a:solidFill>
            </a:endParaRPr>
          </a:p>
          <a:p>
            <a:pPr algn="ctr"/>
            <a:endParaRPr lang="zh-CN" altLang="en-US">
              <a:solidFill>
                <a:schemeClr val="bg1"/>
              </a:solidFill>
            </a:endParaRPr>
          </a:p>
          <a:p>
            <a:pPr algn="ctr"/>
            <a:endParaRPr lang="zh-CN" altLang="en-US">
              <a:solidFill>
                <a:schemeClr val="bg1"/>
              </a:solidFill>
            </a:endParaRPr>
          </a:p>
          <a:p>
            <a:pPr algn="ctr"/>
            <a:endParaRPr lang="zh-CN" altLang="en-US">
              <a:solidFill>
                <a:schemeClr val="bg1"/>
              </a:solidFill>
            </a:endParaRPr>
          </a:p>
          <a:p>
            <a:pPr algn="ctr"/>
            <a:endParaRPr lang="zh-CN" altLang="en-US">
              <a:solidFill>
                <a:schemeClr val="bg1"/>
              </a:solidFill>
            </a:endParaRPr>
          </a:p>
          <a:p>
            <a:pPr algn="ctr"/>
            <a:endParaRPr lang="zh-CN" altLang="en-US">
              <a:solidFill>
                <a:schemeClr val="bg1"/>
              </a:solidFill>
            </a:endParaRPr>
          </a:p>
          <a:p>
            <a:pPr algn="ctr"/>
            <a:r>
              <a:rPr lang="zh-CN" altLang="en-US">
                <a:solidFill>
                  <a:schemeClr val="bg1"/>
                </a:solidFill>
              </a:rPr>
              <a:t>账户与设置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91210" y="59690"/>
            <a:ext cx="2769870" cy="3556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p>
            <a:pPr algn="ctr"/>
            <a:r>
              <a:rPr lang="zh-CN" altLang="en-US">
                <a:solidFill>
                  <a:schemeClr val="bg1"/>
                </a:solidFill>
              </a:rPr>
              <a:t>所有功能区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0022205" y="60325"/>
            <a:ext cx="1991360" cy="3556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p>
            <a:pPr algn="ctr"/>
            <a:r>
              <a:rPr lang="zh-CN" altLang="en-US">
                <a:solidFill>
                  <a:schemeClr val="bg1"/>
                </a:solidFill>
              </a:rPr>
              <a:t>最小化</a:t>
            </a:r>
            <a:r>
              <a:rPr lang="en-US" altLang="zh-CN">
                <a:solidFill>
                  <a:schemeClr val="bg1"/>
                </a:solidFill>
              </a:rPr>
              <a:t>/</a:t>
            </a:r>
            <a:r>
              <a:rPr lang="zh-CN" altLang="en-US">
                <a:solidFill>
                  <a:schemeClr val="bg1"/>
                </a:solidFill>
              </a:rPr>
              <a:t>关闭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700655" y="495935"/>
            <a:ext cx="7191375" cy="356235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p>
            <a:pPr algn="ctr"/>
            <a:r>
              <a:rPr lang="zh-CN" altLang="en-US">
                <a:solidFill>
                  <a:schemeClr val="bg1"/>
                </a:solidFill>
              </a:rPr>
              <a:t>标签页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0022205" y="496570"/>
            <a:ext cx="1996440" cy="623316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p>
            <a:pPr algn="ctr"/>
            <a:r>
              <a:rPr lang="en-US">
                <a:solidFill>
                  <a:schemeClr val="bg1"/>
                </a:solidFill>
              </a:rPr>
              <a:t>AI</a:t>
            </a:r>
            <a:r>
              <a:rPr lang="zh-CN" altLang="en-US">
                <a:solidFill>
                  <a:schemeClr val="bg1"/>
                </a:solidFill>
              </a:rPr>
              <a:t>对话</a:t>
            </a:r>
            <a:endParaRPr lang="zh-CN" altLang="en-US">
              <a:solidFill>
                <a:schemeClr val="bg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0" y="59690"/>
            <a:ext cx="928370" cy="28829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noAutofit/>
          </a:bodyPr>
          <a:p>
            <a:r>
              <a:rPr lang="en-US" altLang="zh-CN"/>
              <a:t>Neuro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3810000" y="59690"/>
            <a:ext cx="6082030" cy="35623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p>
            <a:pPr algn="ctr"/>
            <a:r>
              <a:rPr lang="zh-CN" altLang="en-US"/>
              <a:t>命令区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700655" y="932180"/>
            <a:ext cx="7191375" cy="579691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p>
            <a:pPr algn="ctr"/>
            <a:r>
              <a:rPr lang="zh-CN" altLang="en-US"/>
              <a:t>工作区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93420" y="495935"/>
            <a:ext cx="1877695" cy="624395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p>
            <a:pPr algn="ctr"/>
            <a:r>
              <a:rPr lang="zh-CN" altLang="en-US"/>
              <a:t>快速功能区详情</a:t>
            </a:r>
            <a:endParaRPr lang="zh-CN" altLang="en-US"/>
          </a:p>
          <a:p>
            <a:pPr algn="ctr"/>
            <a:r>
              <a:rPr lang="zh-CN" altLang="en-US"/>
              <a:t>（快速功能区包括文件树</a:t>
            </a:r>
            <a:r>
              <a:rPr lang="en-US" altLang="zh-CN"/>
              <a:t>/</a:t>
            </a:r>
            <a:r>
              <a:rPr lang="zh-CN" altLang="en-US"/>
              <a:t>搜索</a:t>
            </a:r>
            <a:r>
              <a:rPr lang="en-US" altLang="zh-CN"/>
              <a:t>/</a:t>
            </a:r>
            <a:r>
              <a:rPr lang="zh-CN" altLang="en-US"/>
              <a:t>插件</a:t>
            </a:r>
            <a:r>
              <a:rPr lang="en-US" altLang="zh-CN"/>
              <a:t>/</a:t>
            </a:r>
            <a:r>
              <a:rPr lang="zh-CN" altLang="en-US"/>
              <a:t>拓展等）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59055" y="495935"/>
            <a:ext cx="504825" cy="62337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p>
            <a:pPr algn="ctr"/>
            <a:r>
              <a:rPr lang="zh-CN" altLang="en-US"/>
              <a:t>快速功能区</a:t>
            </a:r>
            <a:endParaRPr lang="zh-CN" altLang="en-US"/>
          </a:p>
          <a:p>
            <a:pPr algn="ctr"/>
            <a:r>
              <a:rPr lang="en-US" altLang="zh-CN"/>
              <a:t>……</a:t>
            </a:r>
            <a:endParaRPr lang="zh-CN" altLang="en-US"/>
          </a:p>
          <a:p>
            <a:pPr algn="ctr"/>
            <a:endParaRPr lang="zh-CN" altLang="en-US"/>
          </a:p>
          <a:p>
            <a:pPr algn="ctr"/>
            <a:endParaRPr lang="zh-CN" altLang="en-US"/>
          </a:p>
          <a:p>
            <a:pPr algn="ctr"/>
            <a:endParaRPr lang="zh-CN" altLang="en-US"/>
          </a:p>
          <a:p>
            <a:pPr algn="ctr"/>
            <a:endParaRPr lang="zh-CN" altLang="en-US"/>
          </a:p>
          <a:p>
            <a:pPr algn="ctr"/>
            <a:endParaRPr lang="zh-CN" altLang="en-US"/>
          </a:p>
          <a:p>
            <a:pPr algn="ctr"/>
            <a:endParaRPr lang="zh-CN" altLang="en-US"/>
          </a:p>
          <a:p>
            <a:pPr algn="ctr"/>
            <a:endParaRPr lang="zh-CN" altLang="en-US"/>
          </a:p>
          <a:p>
            <a:pPr algn="ctr"/>
            <a:endParaRPr lang="zh-CN" altLang="en-US"/>
          </a:p>
          <a:p>
            <a:pPr algn="ctr"/>
            <a:endParaRPr lang="zh-CN" altLang="en-US"/>
          </a:p>
          <a:p>
            <a:pPr algn="ctr"/>
            <a:endParaRPr lang="zh-CN" altLang="en-US"/>
          </a:p>
          <a:p>
            <a:pPr algn="ctr"/>
            <a:endParaRPr lang="zh-CN" altLang="en-US"/>
          </a:p>
          <a:p>
            <a:pPr algn="ctr"/>
            <a:r>
              <a:rPr lang="zh-CN" altLang="en-US"/>
              <a:t>账户与设置</a:t>
            </a:r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791210" y="59690"/>
            <a:ext cx="2769870" cy="355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p>
            <a:pPr algn="ctr"/>
            <a:r>
              <a:rPr lang="zh-CN" altLang="en-US"/>
              <a:t>所有功能区</a:t>
            </a:r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0022205" y="60325"/>
            <a:ext cx="1991360" cy="355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p>
            <a:pPr algn="ctr"/>
            <a:r>
              <a:rPr lang="zh-CN" altLang="en-US"/>
              <a:t>最小化</a:t>
            </a:r>
            <a:r>
              <a:rPr lang="en-US" altLang="zh-CN"/>
              <a:t>/</a:t>
            </a:r>
            <a:r>
              <a:rPr lang="zh-CN" altLang="en-US"/>
              <a:t>关闭</a:t>
            </a:r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2700655" y="495935"/>
            <a:ext cx="7191375" cy="35623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p>
            <a:pPr algn="ctr"/>
            <a:r>
              <a:rPr lang="zh-CN" altLang="en-US"/>
              <a:t>标签页</a:t>
            </a:r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10022205" y="496570"/>
            <a:ext cx="1996440" cy="62331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p>
            <a:pPr algn="ctr"/>
            <a:r>
              <a:rPr lang="en-US"/>
              <a:t>AI</a:t>
            </a:r>
            <a:r>
              <a:rPr lang="zh-CN" altLang="en-US"/>
              <a:t>对话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" y="83820"/>
            <a:ext cx="12024360" cy="669036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NEW_CREATE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140</Words>
  <Application>WPS 演示</Application>
  <PresentationFormat>宽屏</PresentationFormat>
  <Paragraphs>64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0" baseType="lpstr">
      <vt:lpstr>Arial</vt:lpstr>
      <vt:lpstr>宋体</vt:lpstr>
      <vt:lpstr>Wingdings</vt:lpstr>
      <vt:lpstr>Calibri</vt:lpstr>
      <vt:lpstr>微软雅黑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曹宇豪</dc:creator>
  <cp:lastModifiedBy>babyQ</cp:lastModifiedBy>
  <cp:revision>9</cp:revision>
  <dcterms:created xsi:type="dcterms:W3CDTF">2023-08-09T12:44:00Z</dcterms:created>
  <dcterms:modified xsi:type="dcterms:W3CDTF">2026-07-03T06:48:10Z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9761109738F24A2E9C6D5AAEED4E16C9_12</vt:lpwstr>
  </property>
</Properties>
</file>